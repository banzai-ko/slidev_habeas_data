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Protección de datos personales y hábeas data - Slidev</dc:title>
  <dc:subject>&lt;p&gt;Presentación basada en el material proporcionado.
Marco constitucional argentino, Ley 25.326 y desafíos tecnológicos.&lt;/p&gt;
</dc:subject>
  <dc:creator> </dc:creator>
  <cp:lastModifiedBy> </cp:lastModifiedBy>
  <cp:revision>1</cp:revision>
  <dcterms:created xsi:type="dcterms:W3CDTF">2026-10-15T23:04:52Z</dcterms:created>
  <dcterms:modified xsi:type="dcterms:W3CDTF">2026-10-15T23:04:52Z</dcterms:modified>
</cp:coreProperties>
</file>